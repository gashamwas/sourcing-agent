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7-3.svg" ContentType="image/svg+xml"/>
  <Override PartName="/ppt/media/image-7-5.svg" ContentType="image/svg+xml"/>
  <Override PartName="/ppt/media/image-7-7.svg" ContentType="image/svg+xml"/>
  <Override PartName="/ppt/media/image-7-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DM Sans Semi Bold"/>
      <p:regular r:id="rId16"/>
    </p:embeddedFon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Inter Medium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  <p:embeddedFont>
      <p:font typeface="Inter Medium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Relationship Id="rId1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2007751"/>
            <a:ext cx="26015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INTERNAL PRODUCT UPDATE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5528" y="2456736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700"/>
              </a:lnSpc>
              <a:buNone/>
            </a:pPr>
            <a:r>
              <a:rPr lang="en-US" sz="13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Sourcing Agent</a:t>
            </a:r>
            <a:endParaRPr lang="en-US" sz="13350" dirty="0"/>
          </a:p>
        </p:txBody>
      </p:sp>
      <p:sp>
        <p:nvSpPr>
          <p:cNvPr id="4" name="Text 2"/>
          <p:cNvSpPr/>
          <p:nvPr/>
        </p:nvSpPr>
        <p:spPr>
          <a:xfrm>
            <a:off x="795528" y="49233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production AI sourcing platform for LinkedIn Recruiter and GitHub.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5528" y="55414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internally. Used today.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685800"/>
            <a:ext cx="176867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5528" y="1097280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it is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95528" y="2233374"/>
            <a:ext cx="6275070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turns a hiring brief into full sourcing execution, across LinkedIn Recruiter and GitHub, using the same recruiter judgment a strong sourcer would apply by hand.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5528" y="3725347"/>
            <a:ext cx="6275070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hiring brief is the center of the system. It captures what the team actually needs, where the yes/no line sits, and what kinds of evidence matter. From that one brief, Sourcing Agent drives: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81543" y="6457831"/>
            <a:ext cx="6275070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50" dirty="0"/>
          </a:p>
        </p:txBody>
      </p:sp>
      <p:pic>
        <p:nvPicPr>
          <p:cNvPr id="9" name="Picture 8" descr="slide-02-hub-and-spo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286" y="1920239"/>
            <a:ext cx="448615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685800"/>
            <a:ext cx="11171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5528" y="109728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a run works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5528" y="2117169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sourcing run follows the same six steps. Each step is repeatable, reviewable, and safe to pause or resume.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" y="2541627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" y="2827139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296358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Load the hiring brief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5528" y="3334107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Normalize its judgment, priorities, and filters for the source.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87709" y="2541627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87709" y="2827139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87709" y="2963585"/>
            <a:ext cx="250114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Build a search strategy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387709" y="3334107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Tailored to the source — LinkedIn or GitHub.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" y="3876556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" y="4162068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5528" y="42985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Run the search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5528" y="4669036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LinkedIn inside Recruiter, GitHub through its API.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7709" y="3876556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87709" y="4162068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87709" y="4298513"/>
            <a:ext cx="358413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Review candidates in two passes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387709" y="4669036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quick scan first, a deeper read on the promising ones.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" y="5211485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" y="5496997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95528" y="56334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Capture every run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5528" y="6003965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 a clean, reviewable record.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87709" y="5211485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7709" y="5496997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87709" y="5633442"/>
            <a:ext cx="28582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Feed what the run learned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387709" y="6003965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Into market insight, and optionally into the next version of the brief.</a:t>
            </a:r>
            <a:endParaRPr lang="en-US" sz="1400" dirty="0"/>
          </a:p>
        </p:txBody>
      </p:sp>
      <p:pic>
        <p:nvPicPr>
          <p:cNvPr id="29" name="Picture 28" descr="slide-03-horizontal-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6629400"/>
            <a:ext cx="12801600" cy="14124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685800"/>
            <a:ext cx="2329934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95528" y="1097280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it works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95528" y="2053828"/>
            <a:ext cx="13067586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is built like a real internal product, not a script with AI bolted on. Five things make it hold up: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95528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84898" y="2840236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Judgment is captured, not improvised.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084898" y="3621881"/>
            <a:ext cx="3685223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hiring brief encodes what good looks like, so every run evaluates candidates against the same standard.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3388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180528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506879" y="2840236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Review is staged.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5506879" y="3290530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fast first pass filters out obvious misses before any deeper work, so effort goes where the signal is.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5370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602510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928860" y="2840236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Search gets smarter as it runs.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9928860" y="3621881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learns which queries are productive and adjusts when a good query stops working.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95528" y="5368647"/>
            <a:ext cx="4223623" cy="2236589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95528" y="5368647"/>
            <a:ext cx="91440" cy="2236589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84898" y="5603558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Every run is safe to pause, resume, and review.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1084898" y="6385203"/>
            <a:ext cx="3685223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Nothing silently breaks. Nothing is lost.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03388" y="5368647"/>
            <a:ext cx="4223623" cy="2236589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180528" y="5368647"/>
            <a:ext cx="91440" cy="2236589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06879" y="5603558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system gets better across runs.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5506879" y="6385203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one run learns carries forward into market insight and the next brief.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685800"/>
            <a:ext cx="1974294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CAPABILITIES — LINKEDIN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5528" y="1097280"/>
            <a:ext cx="625602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LinkedIn: built for Recruiter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5528" y="2928938"/>
            <a:ext cx="6286262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works inside LinkedIn Recruiter the way a strong sourcer would, but at a consistent, reviewable pace.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action is traceable. Every search change is bounded and reviewable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5528" y="3932158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it does on LinkedIn: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4364831"/>
            <a:ext cx="6286262" cy="228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writes role-specific searches directly from the brief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runs families of related searches, not one-off strings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tries small variations before committing to a direction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notices when a productive search is decaying and adjusts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remembers what it has already seen, across sessions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paces itself deliberately, with session budgets and safe recovery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500" dirty="0"/>
          </a:p>
        </p:txBody>
      </p:sp>
      <p:pic>
        <p:nvPicPr>
          <p:cNvPr id="7" name="Picture 6" descr="slide-05-search-famil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710" y="1737360"/>
            <a:ext cx="587004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685800"/>
            <a:ext cx="1847731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CAPABILITIES —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5528" y="1097280"/>
            <a:ext cx="865084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GitHub: search that follows the signal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5528" y="3128843"/>
            <a:ext cx="628626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 GitHub, Sourcing Agent searches the way engineers are actually visible: through code, projects, and the people around strong work.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5528" y="3846790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it does on GitHub: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4279463"/>
            <a:ext cx="6286262" cy="216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searches users, code, topics, and repositories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enriches each candidate with their real work: repos, contributions, profile, contact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expands outward from strong candidates (e.g. the people starring their projects), so the search follows real signal instead of staying stuck in the original query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produces outreach-ready exports for saved candidates</a:t>
            </a:r>
            <a:endParaRPr lang="en-US" sz="1500" dirty="0"/>
          </a:p>
        </p:txBody>
      </p:sp>
      <p:pic>
        <p:nvPicPr>
          <p:cNvPr id="7" name="Picture 6" descr="slide-06-seed-expan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608" y="1737360"/>
            <a:ext cx="6353151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685800"/>
            <a:ext cx="570309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OUTPUTS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5528" y="1097280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5528" y="165056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run produces more than a list of candidates.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5528" y="20485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From a single run: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5528" y="2374702"/>
            <a:ext cx="6341626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reviewed candidates with reasoning attached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clean, reviewable record of the run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memory of what worked and what didn't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outreach-ready exports (GitHub)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02604" y="20485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Across many runs: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02604" y="2374702"/>
            <a:ext cx="6341626" cy="42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insight for each role and market, built from real sourcing evidence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drafted next version of the brief, based on what the system learned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02604" y="2883456"/>
            <a:ext cx="6341626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judgment stops living only in recruiters' heads — it becomes something the team owns and builds on.</a:t>
            </a:r>
            <a:endParaRPr lang="en-US" sz="1150" dirty="0"/>
          </a:p>
        </p:txBody>
      </p:sp>
      <p:pic>
        <p:nvPicPr>
          <p:cNvPr id="10" name="Picture 9" descr="slide-07-loo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3931920"/>
            <a:ext cx="10972800" cy="35698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" y="685800"/>
            <a:ext cx="100464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5528" y="1097280"/>
            <a:ext cx="45995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Where this goes next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5528" y="2373035"/>
            <a:ext cx="63000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Today, Sourcing Agent runs one workflow at a time, in one approved environment.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5528" y="3026093"/>
            <a:ext cx="6300073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sz="1400">
                <a:solidFill>
                  <a:srgbClr val="464646"/>
                </a:solidFill>
                <a:latin typeface="Inter Medium"/>
              </a:rPr>
              <a:t>The next step is orchestration — a governed way for Sourcing Agent to run across several approved environments at once. Scheduled, supervised, and fully auditable.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5528" y="3940373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that unlocks: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4332208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more sourcing throughput, without more manual work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better use of sourcing capacity the team already has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roles or markets progressing in parallel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5528" y="5347930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stays safe: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5739765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run is explicitly approved and scoped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action is logged and reviewable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runs within policy, not around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6755487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Nothing runs that wasn't approved to run.</a:t>
            </a:r>
            <a:endParaRPr lang="en-US" sz="1400" dirty="0"/>
          </a:p>
        </p:txBody>
      </p:sp>
      <p:pic>
        <p:nvPicPr>
          <p:cNvPr id="11" name="Picture 10" descr="slide-08-governed-fle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2194560"/>
            <a:ext cx="6858000" cy="38107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644491" y="2604016"/>
            <a:ext cx="11341298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sz="6000">
                <a:solidFill>
                  <a:srgbClr val="030303"/>
                </a:solidFill>
                <a:latin typeface="DM Sans Semi Bold"/>
              </a:rPr>
              <a:t>Built in-house. Running today.</a:t>
            </a:r>
            <a:endParaRPr lang="en-US" sz="8900" dirty="0"/>
          </a:p>
        </p:txBody>
      </p:sp>
      <p:sp>
        <p:nvSpPr>
          <p:cNvPr id="4" name="Text 2"/>
          <p:cNvSpPr/>
          <p:nvPr/>
        </p:nvSpPr>
        <p:spPr>
          <a:xfrm>
            <a:off x="795528" y="57795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is a real internal product: brief-driven, safe, reviewable, and designed to get better every run.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2026-04-16T23:44:04Z</dcterms:created>
  <dcterms:modified xsi:type="dcterms:W3CDTF">2026-04-16T23:44:04Z</dcterms:modified>
</cp:coreProperties>
</file>