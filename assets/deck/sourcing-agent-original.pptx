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DM Sans Semi Bold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  <p:embeddedFont>
      <p:font typeface="Inter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8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7751"/>
            <a:ext cx="260151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INTERNAL PRODUCT UPDATE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93790" y="2456736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700"/>
              </a:lnSpc>
              <a:buNone/>
            </a:pPr>
            <a:r>
              <a:rPr lang="en-US" sz="13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Sourcing Agent</a:t>
            </a:r>
            <a:endParaRPr lang="en-US" sz="13350" dirty="0"/>
          </a:p>
        </p:txBody>
      </p:sp>
      <p:sp>
        <p:nvSpPr>
          <p:cNvPr id="4" name="Text 2"/>
          <p:cNvSpPr/>
          <p:nvPr/>
        </p:nvSpPr>
        <p:spPr>
          <a:xfrm>
            <a:off x="793790" y="49233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production AI sourcing platform for LinkedIn Recruiter and GitHub.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4140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Built internally. Used today.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6216134"/>
            <a:ext cx="13042821" cy="16907"/>
          </a:xfrm>
          <a:prstGeom prst="rect">
            <a:avLst/>
          </a:prstGeom>
          <a:solidFill>
            <a:srgbClr val="464646">
              <a:alpha val="5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9015"/>
            <a:ext cx="1768673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1407" y="1094542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is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81407" y="2233374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turns a hiring brief into full sourcing execution, across LinkedIn Recruiter and GitHub, using the same recruiter judgment a strong sourcer would apply by hand.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81407" y="3725347"/>
            <a:ext cx="6275070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is the center of the system. It captures what the team actually needs, where the yes/no line sits, and what kinds of evidence matter. From that one brief, Sourcing Agent drives: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81407" y="5217319"/>
            <a:ext cx="6275070" cy="231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 strategy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candidate discovery and review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safe, resumable execution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clean, reviewable run records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market-level insight that builds up across runs</a:t>
            </a:r>
            <a:endParaRPr lang="en-US" sz="1650" dirty="0"/>
          </a:p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drafted next version of the brief itself</a:t>
            </a:r>
            <a:endParaRPr lang="en-US" sz="16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0867" y="2895957"/>
            <a:ext cx="5656302" cy="318170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1543" y="6457831"/>
            <a:ext cx="6275070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1198"/>
            <a:ext cx="11171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3790" y="1332548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a run works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117169"/>
            <a:ext cx="1304282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sourcing run follows the same six steps. Each step is repeatable, reviewable, and safe to pause or resume.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93790" y="2827139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96358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Load the hiring brief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3334107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Normalize its judgment, priorities, and filters for the source.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87709" y="2541627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87709" y="2827139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7387709" y="2963585"/>
            <a:ext cx="2501146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Build a search strategy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387709" y="3334107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Tailored to the source — LinkedIn or GitHub.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3790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790" y="4162068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298513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 the search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4669036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LinkedIn inside Recruiter, GitHub through its API.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87709" y="3876556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87709" y="4162068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7387709" y="4298513"/>
            <a:ext cx="358413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candidates in two passes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387709" y="4669036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quick scan first, a deeper read on the promising ones.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3790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93790" y="5496997"/>
            <a:ext cx="6448782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5633442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Capture every run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3790" y="6003965"/>
            <a:ext cx="6448782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As a clean, reviewable record.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87709" y="5211485"/>
            <a:ext cx="36290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87709" y="5496997"/>
            <a:ext cx="6448901" cy="22860"/>
          </a:xfrm>
          <a:prstGeom prst="rect">
            <a:avLst/>
          </a:prstGeom>
          <a:solidFill>
            <a:srgbClr val="1C9770"/>
          </a:solidFill>
          <a:ln/>
        </p:spPr>
      </p:sp>
      <p:sp>
        <p:nvSpPr>
          <p:cNvPr id="27" name="Text 25"/>
          <p:cNvSpPr/>
          <p:nvPr/>
        </p:nvSpPr>
        <p:spPr>
          <a:xfrm>
            <a:off x="7387709" y="5633442"/>
            <a:ext cx="28582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Feed what the run learned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387709" y="6003965"/>
            <a:ext cx="6448901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Into market insight, and optionally into the next version of the brief.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2503" y="6564511"/>
            <a:ext cx="6965275" cy="708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7943"/>
            <a:ext cx="2329934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MAKES IT DIFFERENT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1407" y="1093470"/>
            <a:ext cx="5302925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Why it works</a:t>
            </a:r>
            <a:endParaRPr lang="en-US" sz="4150" dirty="0"/>
          </a:p>
        </p:txBody>
      </p:sp>
      <p:sp>
        <p:nvSpPr>
          <p:cNvPr id="4" name="Text 2"/>
          <p:cNvSpPr/>
          <p:nvPr/>
        </p:nvSpPr>
        <p:spPr>
          <a:xfrm>
            <a:off x="781407" y="2053828"/>
            <a:ext cx="13067586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built like a real internal product, not a script with AI bolted on. Five things make it hold up: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81407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547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7" name="Text 5"/>
          <p:cNvSpPr/>
          <p:nvPr/>
        </p:nvSpPr>
        <p:spPr>
          <a:xfrm>
            <a:off x="1084898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Judgment is captured, not improvised.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1084898" y="3621881"/>
            <a:ext cx="3685223" cy="1313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hiring brief encodes what good looks like, so every run evaluates candidates against the same standard.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203388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0528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1" name="Text 9"/>
          <p:cNvSpPr/>
          <p:nvPr/>
        </p:nvSpPr>
        <p:spPr>
          <a:xfrm>
            <a:off x="5506879" y="2840236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Review is staged.</a:t>
            </a:r>
            <a:endParaRPr lang="en-US" sz="2050" dirty="0"/>
          </a:p>
        </p:txBody>
      </p:sp>
      <p:sp>
        <p:nvSpPr>
          <p:cNvPr id="12" name="Text 10"/>
          <p:cNvSpPr/>
          <p:nvPr/>
        </p:nvSpPr>
        <p:spPr>
          <a:xfrm>
            <a:off x="5506879" y="3290530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fast first pass filters out obvious misses before any deeper work, so effort goes where the signal is.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625370" y="2605326"/>
            <a:ext cx="4223623" cy="2564963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2510" y="2605326"/>
            <a:ext cx="91440" cy="2564963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5" name="Text 13"/>
          <p:cNvSpPr/>
          <p:nvPr/>
        </p:nvSpPr>
        <p:spPr>
          <a:xfrm>
            <a:off x="9928860" y="2840236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Search gets smarter as it runs.</a:t>
            </a:r>
            <a:endParaRPr lang="en-US" sz="2050" dirty="0"/>
          </a:p>
        </p:txBody>
      </p:sp>
      <p:sp>
        <p:nvSpPr>
          <p:cNvPr id="16" name="Text 14"/>
          <p:cNvSpPr/>
          <p:nvPr/>
        </p:nvSpPr>
        <p:spPr>
          <a:xfrm>
            <a:off x="9928860" y="3621881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learns which queries are productive and adjusts when a good query stops working.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81407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547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19" name="Text 17"/>
          <p:cNvSpPr/>
          <p:nvPr/>
        </p:nvSpPr>
        <p:spPr>
          <a:xfrm>
            <a:off x="1084898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Every run is safe to pause, resume, and review.</a:t>
            </a:r>
            <a:endParaRPr lang="en-US" sz="2050" dirty="0"/>
          </a:p>
        </p:txBody>
      </p:sp>
      <p:sp>
        <p:nvSpPr>
          <p:cNvPr id="20" name="Text 18"/>
          <p:cNvSpPr/>
          <p:nvPr/>
        </p:nvSpPr>
        <p:spPr>
          <a:xfrm>
            <a:off x="1084898" y="6385203"/>
            <a:ext cx="3685223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silently breaks. Nothing is lost.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5203388" y="5368647"/>
            <a:ext cx="4223623" cy="2236589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80528" y="5368647"/>
            <a:ext cx="91440" cy="2236589"/>
          </a:xfrm>
          <a:prstGeom prst="roundRect">
            <a:avLst>
              <a:gd name="adj" fmla="val 34797"/>
            </a:avLst>
          </a:prstGeom>
          <a:solidFill>
            <a:srgbClr val="1C9770"/>
          </a:solidFill>
          <a:ln/>
        </p:spPr>
      </p:sp>
      <p:sp>
        <p:nvSpPr>
          <p:cNvPr id="23" name="Text 21"/>
          <p:cNvSpPr/>
          <p:nvPr/>
        </p:nvSpPr>
        <p:spPr>
          <a:xfrm>
            <a:off x="5506879" y="5603558"/>
            <a:ext cx="3685223" cy="662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system gets better across runs.</a:t>
            </a:r>
            <a:endParaRPr lang="en-US" sz="2050" dirty="0"/>
          </a:p>
        </p:txBody>
      </p:sp>
      <p:sp>
        <p:nvSpPr>
          <p:cNvPr id="24" name="Text 22"/>
          <p:cNvSpPr/>
          <p:nvPr/>
        </p:nvSpPr>
        <p:spPr>
          <a:xfrm>
            <a:off x="5506879" y="6385203"/>
            <a:ext cx="368522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one run learns carries forward into market insight and the next brief.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943"/>
            <a:ext cx="1974294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LINKEDIN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1039297"/>
            <a:ext cx="625602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LinkedIn: built for Recruiter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2928938"/>
            <a:ext cx="6286262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works inside LinkedIn Recruiter the way a strong sourcer would, but at a consistent, reviewable pace. 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traceable. Every search change is bounded and reviewable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932158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LinkedIn: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4364831"/>
            <a:ext cx="6286262" cy="2283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writes role-specific searches directly from the brief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runs families of related searches, not one-off strings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tries small variations before committing to a direction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notices when a productive search is decaying and adjusts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remembers what it has already seen, across sessions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paces itself deliberately, with session budgets and safe recovery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968" y="2071807"/>
            <a:ext cx="5343287" cy="534328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968" y="2071807"/>
            <a:ext cx="5343287" cy="53432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7943"/>
            <a:ext cx="1847731" cy="228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CAPABILITIES — GITHUB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93790" y="1039297"/>
            <a:ext cx="8650843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GitHub: search that follows the signal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793790" y="3128843"/>
            <a:ext cx="6286262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On GitHub, Sourcing Agent searches the way engineers are actually visible: through code, projects, and the people around strong work.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93790" y="3846790"/>
            <a:ext cx="628626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it does on GitHub: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3790" y="4279463"/>
            <a:ext cx="6286262" cy="216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searches users, code, topics, and repositories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enriches each candidate with their real work: repos, contributions, profile, contact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expands outward from strong candidates (e.g. the people starring their projects), so the search follows real signal instead of staying stuck in the original query</a:t>
            </a:r>
            <a:endParaRPr lang="en-US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en-US" sz="15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produces outreach-ready exports for saved candidates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7968" y="2071807"/>
            <a:ext cx="5343287" cy="534328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968" y="2071807"/>
            <a:ext cx="5343287" cy="53432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7958"/>
            <a:ext cx="570309" cy="155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OUTPUTS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93790" y="1046083"/>
            <a:ext cx="3685937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it produces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93790" y="1650563"/>
            <a:ext cx="13042821" cy="19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produces more than a list of candidates.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93790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From a single run: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93790" y="2374702"/>
            <a:ext cx="6341626" cy="87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reviewed candidates with reasoning attached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clean, reviewable record of the run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memory of what worked and what didn't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outreach-ready exports (GitHub)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502604" y="2048589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Across many runs: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502604" y="2374702"/>
            <a:ext cx="6341626" cy="422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market insight for each role and market, built from real sourcing evidence</a:t>
            </a:r>
            <a:endParaRPr lang="en-US" sz="1150" dirty="0"/>
          </a:p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drafted next version of the brief, based on what the system learned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02604" y="2883456"/>
            <a:ext cx="6341626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judgment stops living only in recruiters' heads — it becomes something the team owns and builds on.</a:t>
            </a:r>
            <a:endParaRPr lang="en-US" sz="11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4213" y="3466505"/>
            <a:ext cx="8181975" cy="3999309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89613" y="4406472"/>
            <a:ext cx="296712" cy="2967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3692" y="4842533"/>
            <a:ext cx="1907432" cy="23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5145" y="4999896"/>
            <a:ext cx="296711" cy="2967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38312" y="3926965"/>
            <a:ext cx="1907431" cy="23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Market Insight</a:t>
            </a:r>
            <a:endParaRPr lang="en-US" sz="15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5499" y="6246084"/>
            <a:ext cx="296712" cy="2967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879179" y="5808964"/>
            <a:ext cx="1907431" cy="23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Next Brief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0101" y="5686571"/>
            <a:ext cx="296711" cy="29671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76214" y="6741487"/>
            <a:ext cx="1907431" cy="23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5708"/>
            <a:ext cx="100464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93790" y="1227058"/>
            <a:ext cx="45995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Where this goes next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2373035"/>
            <a:ext cx="6300073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Today, Sourcing Agent runs one workflow at a time, in one approved environment.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93790" y="3026093"/>
            <a:ext cx="6300073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next step is orchestration: a governed way for Sourcing Agent to run in more than one approved environment at once, scheduled, supervised, and fully auditable.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93790" y="3940373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What that unlocks: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790" y="4332208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more sourcing throughput, without more manual work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better use of sourcing capacity the team already has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multiple roles or markets progressing in parallel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3790" y="5347930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it stays safe: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93790" y="5739765"/>
            <a:ext cx="6300073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run is explicitly approved and scoped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every action is logged and reviewable</a:t>
            </a:r>
            <a:endParaRPr lang="en-US" sz="1400" dirty="0"/>
          </a:p>
          <a:p>
            <a:pPr algn="l" marL="342900" indent="-342900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runs within policy, not around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3790" y="6755487"/>
            <a:ext cx="6300073" cy="261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Nothing runs that wasn't approved to run.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157" y="2174915"/>
            <a:ext cx="5040035" cy="5040035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157" y="2174915"/>
            <a:ext cx="5040035" cy="50400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5031"/>
            <a:ext cx="95000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SUMMARY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644491" y="2604016"/>
            <a:ext cx="11341298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Built in-house.</a:t>
            </a:r>
            <a:endParaRPr lang="en-US" sz="8900" dirty="0"/>
          </a:p>
          <a:p>
            <a:pPr algn="ctr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Running today.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3790" y="57795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6B6F7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Sourcing Agent is a real internal product: brief-driven, safe, reviewable, and designed to get better every run.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2026-04-16T23:44:04Z</dcterms:created>
  <dcterms:modified xsi:type="dcterms:W3CDTF">2026-04-16T23:44:04Z</dcterms:modified>
</cp:coreProperties>
</file>